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A2BE-0B2F-4D56-8D22-6ED6462B098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0B1D2-2525-44C3-B649-6F236C28A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774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A2BE-0B2F-4D56-8D22-6ED6462B098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0B1D2-2525-44C3-B649-6F236C28A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601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A2BE-0B2F-4D56-8D22-6ED6462B098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0B1D2-2525-44C3-B649-6F236C28A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689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A2BE-0B2F-4D56-8D22-6ED6462B098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0B1D2-2525-44C3-B649-6F236C28A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352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A2BE-0B2F-4D56-8D22-6ED6462B098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0B1D2-2525-44C3-B649-6F236C28A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529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A2BE-0B2F-4D56-8D22-6ED6462B098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0B1D2-2525-44C3-B649-6F236C28A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040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A2BE-0B2F-4D56-8D22-6ED6462B098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0B1D2-2525-44C3-B649-6F236C28A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15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A2BE-0B2F-4D56-8D22-6ED6462B098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0B1D2-2525-44C3-B649-6F236C28A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890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A2BE-0B2F-4D56-8D22-6ED6462B098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0B1D2-2525-44C3-B649-6F236C28A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551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A2BE-0B2F-4D56-8D22-6ED6462B098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0B1D2-2525-44C3-B649-6F236C28A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72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A2BE-0B2F-4D56-8D22-6ED6462B098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0B1D2-2525-44C3-B649-6F236C28AFB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7926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A2BE-0B2F-4D56-8D22-6ED6462B098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0B1D2-2525-44C3-B649-6F236C28A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513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A2BE-0B2F-4D56-8D22-6ED6462B098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0B1D2-2525-44C3-B649-6F236C28AFB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8800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A2BE-0B2F-4D56-8D22-6ED6462B098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0B1D2-2525-44C3-B649-6F236C28A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328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A2BE-0B2F-4D56-8D22-6ED6462B098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0B1D2-2525-44C3-B649-6F236C28A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559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A2BE-0B2F-4D56-8D22-6ED6462B098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0B1D2-2525-44C3-B649-6F236C28A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986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0A2BE-0B2F-4D56-8D22-6ED6462B098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D60B1D2-2525-44C3-B649-6F236C28A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47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05362-F043-414B-60BF-3858449DB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13238" y="1922753"/>
            <a:ext cx="3699112" cy="1646302"/>
          </a:xfrm>
        </p:spPr>
        <p:txBody>
          <a:bodyPr>
            <a:normAutofit/>
          </a:bodyPr>
          <a:lstStyle/>
          <a:p>
            <a:r>
              <a:rPr lang="en-IN" sz="7200" b="1" u="sng" dirty="0">
                <a:solidFill>
                  <a:schemeClr val="accent1"/>
                </a:solidFill>
              </a:rPr>
              <a:t>Variable</a:t>
            </a:r>
          </a:p>
        </p:txBody>
      </p:sp>
    </p:spTree>
    <p:extLst>
      <p:ext uri="{BB962C8B-B14F-4D97-AF65-F5344CB8AC3E}">
        <p14:creationId xmlns:p14="http://schemas.microsoft.com/office/powerpoint/2010/main" val="2533459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7B2659-3DF9-22E4-4ABD-ED5A7744C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2722" y="1081550"/>
            <a:ext cx="9075176" cy="3185650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A variable is a name used to store data (value) in memory.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A variable is a container that holds </a:t>
            </a:r>
            <a:r>
              <a:rPr lang="en-US" sz="2000" dirty="0" err="1">
                <a:solidFill>
                  <a:schemeClr val="tx1"/>
                </a:solidFill>
              </a:rPr>
              <a:t>data.A</a:t>
            </a:r>
            <a:r>
              <a:rPr lang="en-US" sz="2000" dirty="0">
                <a:solidFill>
                  <a:schemeClr val="tx1"/>
                </a:solidFill>
              </a:rPr>
              <a:t> variable in Python is a name that is used to store data values.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Python is dynamically typed, so we do not need to declare the data type explicitly. 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/>
              </a:solidFill>
            </a:endParaRPr>
          </a:p>
          <a:p>
            <a:pPr algn="l"/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708706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3D23E-9F1B-11F1-4D11-8A50EA773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4159045"/>
          </a:xfrm>
        </p:spPr>
        <p:txBody>
          <a:bodyPr>
            <a:noAutofit/>
          </a:bodyPr>
          <a:lstStyle/>
          <a:p>
            <a:pPr marL="342900" indent="-342900"/>
            <a:r>
              <a:rPr lang="en-US" sz="2000" dirty="0">
                <a:solidFill>
                  <a:schemeClr val="tx1"/>
                </a:solidFill>
              </a:rPr>
              <a:t> </a:t>
            </a: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a = 10  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name = "Kalyani"  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price = 99.5  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</a:t>
            </a:r>
            <a:r>
              <a:rPr lang="en-US" sz="2000" dirty="0" err="1">
                <a:solidFill>
                  <a:schemeClr val="tx1"/>
                </a:solidFill>
              </a:rPr>
              <a:t>is_active</a:t>
            </a:r>
            <a:r>
              <a:rPr lang="en-US" sz="2000" dirty="0">
                <a:solidFill>
                  <a:schemeClr val="tx1"/>
                </a:solidFill>
              </a:rPr>
              <a:t> = True     </a:t>
            </a: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# Here:-      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# a                 - stores an integer    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# name        - stores a string    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# price          - stores a float     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# </a:t>
            </a:r>
            <a:r>
              <a:rPr lang="en-US" sz="2000" dirty="0" err="1">
                <a:solidFill>
                  <a:schemeClr val="tx1"/>
                </a:solidFill>
              </a:rPr>
              <a:t>is_active</a:t>
            </a:r>
            <a:r>
              <a:rPr lang="en-US" sz="2000" dirty="0">
                <a:solidFill>
                  <a:schemeClr val="tx1"/>
                </a:solidFill>
              </a:rPr>
              <a:t>   - stores a </a:t>
            </a:r>
            <a:r>
              <a:rPr lang="en-US" sz="2000" dirty="0" err="1">
                <a:solidFill>
                  <a:schemeClr val="tx1"/>
                </a:solidFill>
              </a:rPr>
              <a:t>boolean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Rules for Naming Variables:-   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✔ Must start with a letter (a-z, A-Z) or underscore _     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✔ Cannot start with a number       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✔ Can contain letters, numbers, and underscores    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 ✔ Case-sensitive (name and Name are different)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525959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180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Trebuchet MS</vt:lpstr>
      <vt:lpstr>Wingdings</vt:lpstr>
      <vt:lpstr>Wingdings 3</vt:lpstr>
      <vt:lpstr>Facet</vt:lpstr>
      <vt:lpstr>Variable</vt:lpstr>
      <vt:lpstr>PowerPoint Presentation</vt:lpstr>
      <vt:lpstr>        a = 10      name = "Kalyani"      price = 99.5      is_active = True       # Here:-          # a                 - stores an integer        # name        - stores a string        # price          - stores a float         # is_active   - stores a boolean   Rules for Naming Variables:-         ✔ Must start with a letter (a-z, A-Z) or underscore _         ✔ Cannot start with a number           ✔ Can contain letters, numbers, and underscores         ✔ Case-sensitive (name and Name are different)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kalyani zade</dc:creator>
  <cp:lastModifiedBy>kalyani zade</cp:lastModifiedBy>
  <cp:revision>6</cp:revision>
  <dcterms:created xsi:type="dcterms:W3CDTF">2026-02-12T06:34:24Z</dcterms:created>
  <dcterms:modified xsi:type="dcterms:W3CDTF">2026-02-12T06:46:36Z</dcterms:modified>
</cp:coreProperties>
</file>